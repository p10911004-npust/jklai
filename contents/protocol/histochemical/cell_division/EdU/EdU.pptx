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03495F-89DE-406E-B03B-336088892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40F3923-F390-4B4D-A9D5-94F73CF91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64009E-96DB-474A-A78E-C17E0CFAE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00BC-701E-4BDC-8EAE-83D874CE1D06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9FF3CC-7828-4971-B88F-267DF16F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952BD0-A2DE-4A09-B318-4BAAEFE5C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09A06-A1B3-44D1-93C0-79BB4925EE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325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D661DD-ACBB-4B17-AF7B-B8BEBBDBF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0F5542-BF9F-489E-8399-76DCE873E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D5FE1A-AEDB-4DF0-8973-D065D3D69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00BC-701E-4BDC-8EAE-83D874CE1D06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E4421D-2B5B-44C4-8096-14FB6D680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C52924-7F43-4347-A4F0-77CED184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09A06-A1B3-44D1-93C0-79BB4925EE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738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CF2D95-9CE8-45F1-94DF-A93AB7EA2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CBA0798-8F95-46FF-BBE9-EB90608A1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14C313-AAF0-4322-A3D4-DE58FF110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00BC-701E-4BDC-8EAE-83D874CE1D06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AFEBA5-0D15-457D-BB34-AE4C08E5A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1C82FBC-1391-4839-BC63-7C61E3787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09A06-A1B3-44D1-93C0-79BB4925EE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114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EA2ACE-60AA-4542-96F1-D34E9398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529BA8-4B0F-4B8F-B959-0F4225EB28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2A9FC2-5A0A-44B4-AC36-D382384BC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5E67EB-77EB-46A6-BB9A-6EC899493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00BC-701E-4BDC-8EAE-83D874CE1D06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81F3A5-4F1F-4C92-B714-D5B5CA0B4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C8310E-E2E8-4863-A158-1317CE46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09A06-A1B3-44D1-93C0-79BB4925EE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954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DB9D76-20A2-47A2-A664-9849EC99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8B1577-6B55-49BC-920A-57880C7C2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DFEEA94-5CB6-41A7-9BDA-1DA6C8252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BA1F19A-7961-43F9-A594-8BE72CFDC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1E1E8EA-E8FA-42C5-A6BB-62FC61D72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3BEB1A9-B04F-4AC0-B5A4-2323CC7DB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00BC-701E-4BDC-8EAE-83D874CE1D06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7D63D04-EA4F-44C8-9C3C-AD178D204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4F8B887-818D-4322-A21C-A07653FBF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09A06-A1B3-44D1-93C0-79BB4925EE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27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491C30-7B62-4E5E-8A19-6F6DC9907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0B9ADA7-4261-426E-B0C5-45067DC1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00BC-701E-4BDC-8EAE-83D874CE1D06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BC79FA9-C8EC-4EE9-8C4A-E7AC4EB5E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805A8DD-88FD-4E57-869E-6F5EE21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09A06-A1B3-44D1-93C0-79BB4925EE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5591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9E99268-B2F8-47C3-B8B5-104950B8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00BC-701E-4BDC-8EAE-83D874CE1D06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E0667FE-3C2D-4E5B-89A2-1A69A6E4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20CA58-31E2-4A8A-A837-3C57DCAB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09A06-A1B3-44D1-93C0-79BB4925EE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881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02EF85-CC41-4A0E-9983-0DC58DB5D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CC5733-9F00-4EE6-A859-C61B13DE5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ED333F6-8CA4-4463-8293-99D6FEA5B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EEBE924-6870-4996-96D6-A36C739D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00BC-701E-4BDC-8EAE-83D874CE1D06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9FA6D2-869E-4CD5-9EA5-78684CC6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3A0D17-CB5F-49C3-AE34-E8164CF2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09A06-A1B3-44D1-93C0-79BB4925EE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29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9046BE-7D16-40F4-BC8D-9DD6F7636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04FEADB-1DB1-4D41-82BA-A5ED82F68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CDA9FD-49CE-4730-93AC-02461A38A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E0725C-D04E-4027-B76D-A4CFF41A0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00BC-701E-4BDC-8EAE-83D874CE1D06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36056C4-49F8-4E86-88A7-ABF65887A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5F976A4-1EC6-43A2-A816-AF6A659B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09A06-A1B3-44D1-93C0-79BB4925EE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028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0DE75C-6FAA-4D38-880B-823B74429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EDF4DCF-0486-4B8A-8518-9E734FD66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F2CF19-2A6B-4187-AE0A-E9FD6C378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00BC-701E-4BDC-8EAE-83D874CE1D06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4C3F86-5D2C-4816-9084-1560EE4B7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F2271E-EFB0-44A4-9AC3-A9EBC5ABC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09A06-A1B3-44D1-93C0-79BB4925EE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656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26C6306-5AA7-46CD-A699-FDE083746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AE987CD-8081-45A7-81E2-834DAB155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FB74D9-ACB1-40DB-B95F-5824A0330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00BC-701E-4BDC-8EAE-83D874CE1D06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B7C02D-ED2B-4434-9E4F-0E30A30A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98A089-F8D2-4D66-BC24-DC21C5B87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09A06-A1B3-44D1-93C0-79BB4925EE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411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E0ED150-6D50-416E-8E78-E1A06A6DB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359BE9-C604-488B-BF67-36CFFE021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784B3B-10CA-44E1-87C3-47AB7173E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000BC-701E-4BDC-8EAE-83D874CE1D06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6B29635-52A8-43FA-872D-D7F4FD646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0D2D54-AE0A-478F-9BD0-4DBDAB9F3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09A06-A1B3-44D1-93C0-79BB4925EE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006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tiff"/><Relationship Id="rId4" Type="http://schemas.openxmlformats.org/officeDocument/2006/relationships/image" Target="../media/image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64DEC68C-F508-4060-B75B-880222EB4605}"/>
              </a:ext>
            </a:extLst>
          </p:cNvPr>
          <p:cNvSpPr/>
          <p:nvPr/>
        </p:nvSpPr>
        <p:spPr>
          <a:xfrm>
            <a:off x="876301" y="1119671"/>
            <a:ext cx="10020300" cy="477630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A8ED77C-7F8A-43BD-A007-B948C8A6F508}"/>
              </a:ext>
            </a:extLst>
          </p:cNvPr>
          <p:cNvSpPr/>
          <p:nvPr/>
        </p:nvSpPr>
        <p:spPr>
          <a:xfrm>
            <a:off x="5986569" y="1196340"/>
            <a:ext cx="4791075" cy="463295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98ECAAB-B413-43E2-B626-7629F5199DF7}"/>
              </a:ext>
            </a:extLst>
          </p:cNvPr>
          <p:cNvSpPr/>
          <p:nvPr/>
        </p:nvSpPr>
        <p:spPr>
          <a:xfrm>
            <a:off x="990600" y="1196340"/>
            <a:ext cx="4791075" cy="463295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2669482-EDAA-49B9-A163-54B6B25F56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4" t="9531" r="21875"/>
          <a:stretch/>
        </p:blipFill>
        <p:spPr>
          <a:xfrm rot="21442231">
            <a:off x="3069736" y="1271863"/>
            <a:ext cx="2476500" cy="441198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8447AD1-A226-4F71-A3C7-0965C61948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3" t="14614" r="26838" b="1746"/>
          <a:stretch/>
        </p:blipFill>
        <p:spPr>
          <a:xfrm>
            <a:off x="6291937" y="1598428"/>
            <a:ext cx="2178424" cy="407894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E9ECC93-FE37-47D1-994B-838BBC50652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63" t="12693" r="29062" b="1057"/>
          <a:stretch/>
        </p:blipFill>
        <p:spPr>
          <a:xfrm>
            <a:off x="1108261" y="1455419"/>
            <a:ext cx="2042160" cy="4206241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526AA263-8473-458D-A529-0D6B8AB77D7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90" t="14843" r="27941" b="3388"/>
          <a:stretch/>
        </p:blipFill>
        <p:spPr>
          <a:xfrm rot="120000">
            <a:off x="8451029" y="1602553"/>
            <a:ext cx="2178424" cy="3987723"/>
          </a:xfrm>
          <a:prstGeom prst="rect">
            <a:avLst/>
          </a:prstGeom>
        </p:spPr>
      </p:pic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36E72025-B2A8-4633-A652-58025A1BD732}"/>
              </a:ext>
            </a:extLst>
          </p:cNvPr>
          <p:cNvCxnSpPr>
            <a:cxnSpLocks/>
          </p:cNvCxnSpPr>
          <p:nvPr/>
        </p:nvCxnSpPr>
        <p:spPr>
          <a:xfrm>
            <a:off x="-560294" y="5585009"/>
            <a:ext cx="133125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89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Joon-Keat Lai</dc:creator>
  <cp:lastModifiedBy>Joon-Keat Lai</cp:lastModifiedBy>
  <cp:revision>3</cp:revision>
  <dcterms:created xsi:type="dcterms:W3CDTF">2026-10-29T06:43:55Z</dcterms:created>
  <dcterms:modified xsi:type="dcterms:W3CDTF">2026-10-29T07:17:23Z</dcterms:modified>
</cp:coreProperties>
</file>